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31089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A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TRAILS AND WAYS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9808" y="58521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1E2C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86384" y="1307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讓學習開始流動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720000">
            <a:off x="3657600" y="1417320"/>
            <a:ext cx="8412480" cy="5303520"/>
          </a:xfrm>
          <a:prstGeom prst="arc">
            <a:avLst/>
          </a:prstGeom>
          <a:solidFill>
            <a:srgbClr val="F1F0E4">
              <a:alpha val="0"/>
            </a:srgbClr>
          </a:solidFill>
          <a:ln w="533400">
            <a:solidFill>
              <a:srgbClr val="D76579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720000">
            <a:off x="3977640" y="1554480"/>
            <a:ext cx="8138160" cy="5074920"/>
          </a:xfrm>
          <a:prstGeom prst="arc">
            <a:avLst/>
          </a:prstGeom>
          <a:solidFill>
            <a:srgbClr val="F1F0E4">
              <a:alpha val="0"/>
            </a:srgbClr>
          </a:solidFill>
          <a:ln w="355600">
            <a:solidFill>
              <a:srgbClr val="D88F67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720000">
            <a:off x="4251960" y="1755648"/>
            <a:ext cx="7909560" cy="4800600"/>
          </a:xfrm>
          <a:prstGeom prst="arc">
            <a:avLst/>
          </a:prstGeom>
          <a:solidFill>
            <a:srgbClr val="F1F0E4">
              <a:alpha val="0"/>
            </a:srgbClr>
          </a:solidFill>
          <a:ln w="177800">
            <a:solidFill>
              <a:srgbClr val="7C688F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720000">
            <a:off x="4434840" y="1965960"/>
            <a:ext cx="7680960" cy="4526280"/>
          </a:xfrm>
          <a:prstGeom prst="arc">
            <a:avLst/>
          </a:prstGeom>
          <a:solidFill>
            <a:srgbClr val="F1F0E4">
              <a:alpha val="0"/>
            </a:srgbClr>
          </a:solidFill>
          <a:ln w="127000">
            <a:solidFill>
              <a:srgbClr val="1E2C45">
                <a:alpha val="9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200000">
            <a:off x="6035040" y="2286000"/>
            <a:ext cx="201168" cy="54864"/>
          </a:xfrm>
          <a:prstGeom prst="line">
            <a:avLst/>
          </a:prstGeom>
          <a:noFill/>
          <a:ln w="15240">
            <a:solidFill>
              <a:srgbClr val="D765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720000">
            <a:off x="6766560" y="1874520"/>
            <a:ext cx="118872" cy="45720"/>
          </a:xfrm>
          <a:prstGeom prst="line">
            <a:avLst/>
          </a:prstGeom>
          <a:noFill/>
          <a:ln w="15240">
            <a:solidFill>
              <a:srgbClr val="D765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720000">
            <a:off x="8641080" y="2468880"/>
            <a:ext cx="256032" cy="54864"/>
          </a:xfrm>
          <a:prstGeom prst="line">
            <a:avLst/>
          </a:prstGeom>
          <a:noFill/>
          <a:ln w="15240">
            <a:solidFill>
              <a:srgbClr val="D765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440000">
            <a:off x="9601200" y="3246120"/>
            <a:ext cx="164592" cy="45720"/>
          </a:xfrm>
          <a:prstGeom prst="line">
            <a:avLst/>
          </a:prstGeom>
          <a:noFill/>
          <a:ln w="15240">
            <a:solidFill>
              <a:srgbClr val="D765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900000">
            <a:off x="7543800" y="5166360"/>
            <a:ext cx="237744" cy="45720"/>
          </a:xfrm>
          <a:prstGeom prst="line">
            <a:avLst/>
          </a:prstGeom>
          <a:noFill/>
          <a:ln w="15240">
            <a:solidFill>
              <a:srgbClr val="D765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61539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C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VISUAL STUDY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32520" y="5961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1E2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從一個小任務開始，讓理解向前推進。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Teaching Agent</dc:creator>
  <cp:lastModifiedBy>Teaching Agent</cp:lastModifiedBy>
  <cp:revision>1</cp:revision>
  <dcterms:created xsi:type="dcterms:W3CDTF">2026-07-20T03:23:08Z</dcterms:created>
  <dcterms:modified xsi:type="dcterms:W3CDTF">2026-07-20T03:23:08Z</dcterms:modified>
</cp:coreProperties>
</file>