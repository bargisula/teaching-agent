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34440"/>
            <a:ext cx="4114800" cy="2743200"/>
          </a:xfrm>
          <a:prstGeom prst="ellipse">
            <a:avLst/>
          </a:prstGeom>
          <a:solidFill>
            <a:srgbClr val="BFE2DE"/>
          </a:solidFill>
          <a:ln w="12700">
            <a:solidFill>
              <a:srgbClr val="BFE2D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文件處理 / QUICK GUIDE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9144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36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把複雜工作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2036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拆成三張卡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58368" y="208483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474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每個模組只說一件事，讓學員可以快速掃讀、理解，再開始練習。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97680" y="868680"/>
            <a:ext cx="2971800" cy="324612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203638">
                <a:alpha val="12000"/>
              </a:srgbClr>
            </a:outerShdw>
          </a:effectLst>
        </p:spPr>
      </p:sp>
      <p:pic>
        <p:nvPicPr>
          <p:cNvPr id="7" name="Image 0" descr="C:\Users\alpha\Documents\Teaching-Agent\assets\test\test-teal-g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868680"/>
            <a:ext cx="2971800" cy="32461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53712" y="3520440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09160" y="3639312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36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真實文件 → 可讀結果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498080" y="868680"/>
            <a:ext cx="28346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203638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754112" y="10972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8412480" y="11155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036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先選一個小任務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412480" y="157276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摘要、整理或改寫。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98080" y="2606040"/>
            <a:ext cx="2834640" cy="1508760"/>
          </a:xfrm>
          <a:prstGeom prst="roundRect">
            <a:avLst>
              <a:gd name="adj" fmla="val 7273"/>
            </a:avLst>
          </a:prstGeom>
          <a:solidFill>
            <a:srgbClr val="F4A340"/>
          </a:solidFill>
          <a:ln w="12700">
            <a:solidFill>
              <a:srgbClr val="F4A34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203638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754112" y="283464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3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8412480" y="285292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036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提示詞元素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412480" y="329184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36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角色、材料、任務、格式。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297680" y="4343400"/>
            <a:ext cx="6035040" cy="1417320"/>
          </a:xfrm>
          <a:prstGeom prst="roundRect">
            <a:avLst>
              <a:gd name="adj" fmla="val 7742"/>
            </a:avLst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203638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572000" y="457200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5440680" y="45902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最後一定人工確認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5440680" y="50474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6FF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核對人名、日期、數字與是否遺漏條件。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Teaching Agent</dc:creator>
  <cp:lastModifiedBy>Teaching Agent</cp:lastModifiedBy>
  <cp:revision>1</cp:revision>
  <dcterms:created xsi:type="dcterms:W3CDTF">2026-07-20T03:04:36Z</dcterms:created>
  <dcterms:modified xsi:type="dcterms:W3CDTF">2026-07-20T03:04:36Z</dcterms:modified>
</cp:coreProperties>
</file>