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0EF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57200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E34B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WORKSHOP / VISUAL NOTE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5800" y="896112"/>
            <a:ext cx="4114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818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設計一頁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1818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可用的教學投影片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94944" y="2194560"/>
            <a:ext cx="3474720" cy="0"/>
          </a:xfrm>
          <a:prstGeom prst="line">
            <a:avLst/>
          </a:prstGeom>
          <a:noFill/>
          <a:ln w="27940">
            <a:solidFill>
              <a:srgbClr val="18181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94944" y="251460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68686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把工具、畫面與操作結果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68686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放在同一個工作情境裡。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 rot="21480000">
            <a:off x="4572000" y="914400"/>
            <a:ext cx="6263640" cy="4892040"/>
          </a:xfrm>
          <a:prstGeom prst="rect">
            <a:avLst/>
          </a:prstGeom>
          <a:solidFill>
            <a:srgbClr val="D9D5CD"/>
          </a:solidFill>
          <a:ln w="12700">
            <a:solidFill>
              <a:srgbClr val="D9D5CD"/>
            </a:solidFill>
            <a:prstDash val="solid"/>
          </a:ln>
          <a:effectLst>
            <a:outerShdw sx="100000" sy="100000" kx="0" ky="0" algn="bl" rotWithShape="0" blurRad="25400" dist="50800" dir="2700000">
              <a:srgbClr val="333333">
                <a:alpha val="1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669280" y="1664208"/>
            <a:ext cx="4069080" cy="2651760"/>
          </a:xfrm>
          <a:prstGeom prst="roundRect">
            <a:avLst>
              <a:gd name="adj" fmla="val 4138"/>
            </a:avLst>
          </a:prstGeom>
          <a:solidFill>
            <a:srgbClr val="242424"/>
          </a:solidFill>
          <a:ln w="12700">
            <a:solidFill>
              <a:srgbClr val="111111"/>
            </a:solidFill>
            <a:prstDash val="solid"/>
          </a:ln>
        </p:spPr>
      </p:sp>
      <p:pic>
        <p:nvPicPr>
          <p:cNvPr id="8" name="Image 0" descr="C:\Users\alpha\Documents\Teaching-Agent\assets\test\test-teal-ge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52160" y="1847088"/>
            <a:ext cx="3703320" cy="228600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 rot="20880000">
            <a:off x="5166360" y="4617720"/>
            <a:ext cx="19659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" dist="50800" dir="2700000">
              <a:srgbClr val="333333">
                <a:alpha val="1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 rot="20880000">
            <a:off x="5376672" y="484632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8181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先看結果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 rot="20880000">
            <a:off x="5321808" y="525780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8686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再拆解步驟與方法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 rot="3480000">
            <a:off x="9692640" y="4617720"/>
            <a:ext cx="2468880" cy="292608"/>
          </a:xfrm>
          <a:prstGeom prst="rect">
            <a:avLst/>
          </a:prstGeom>
          <a:solidFill>
            <a:srgbClr val="F4D15A"/>
          </a:solidFill>
          <a:ln w="8890">
            <a:solidFill>
              <a:srgbClr val="202020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9829800" y="1097280"/>
            <a:ext cx="1417320" cy="384048"/>
          </a:xfrm>
          <a:prstGeom prst="roundRect">
            <a:avLst/>
          </a:prstGeom>
          <a:solidFill>
            <a:srgbClr val="E34B87"/>
          </a:solidFill>
          <a:ln w="12700">
            <a:solidFill>
              <a:srgbClr val="E34B87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9930384" y="1207008"/>
            <a:ext cx="120700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 THE WORK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694944" y="6172200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6868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/ TOOL · SCREEN · RESULT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Teaching Agent</dc:creator>
  <cp:lastModifiedBy>Teaching Agent</cp:lastModifiedBy>
  <cp:revision>1</cp:revision>
  <dcterms:created xsi:type="dcterms:W3CDTF">2026-07-20T03:04:36Z</dcterms:created>
  <dcterms:modified xsi:type="dcterms:W3CDTF">2026-07-20T03:04:36Z</dcterms:modified>
</cp:coreProperties>
</file>