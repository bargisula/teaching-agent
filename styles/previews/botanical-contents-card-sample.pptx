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1338560" cy="6355080"/>
          </a:xfrm>
          <a:prstGeom prst="roundRect">
            <a:avLst>
              <a:gd name="adj" fmla="val 2590"/>
            </a:avLst>
          </a:prstGeom>
          <a:solidFill>
            <a:srgbClr val="FFFFFF">
              <a:alpha val="86000"/>
            </a:srgbClr>
          </a:solidFill>
          <a:ln w="15240">
            <a:solidFill>
              <a:srgbClr val="DDEBDD"/>
            </a:solidFill>
            <a:prstDash val="solid"/>
          </a:ln>
        </p:spPr>
      </p:sp>
      <p:pic>
        <p:nvPicPr>
          <p:cNvPr id="3" name="Image 0" descr="C:\Users\alpha\Documents\Teaching-Agent\assets\test\test-teal-geo.png">    </p:cNvPr>
          <p:cNvPicPr>
            <a:picLocks noChangeAspect="1"/>
          </p:cNvPicPr>
          <p:nvPr/>
        </p:nvPicPr>
        <p:blipFill>
          <a:blip r:embed="rId1">
            <a:alphaModFix amt="35000"/>
          </a:blip>
          <a:stretch>
            <a:fillRect/>
          </a:stretch>
        </p:blipFill>
        <p:spPr>
          <a:xfrm>
            <a:off x="438912" y="292608"/>
            <a:ext cx="1508760" cy="1371600"/>
          </a:xfrm>
          <a:prstGeom prst="rect">
            <a:avLst/>
          </a:prstGeom>
        </p:spPr>
      </p:pic>
      <p:pic>
        <p:nvPicPr>
          <p:cNvPr id="4" name="Image 1" descr="C:\Users\alpha\Documents\Teaching-Agent\assets\test\test-warm-bokeh.png">    </p:cNvPr>
          <p:cNvPicPr>
            <a:picLocks noChangeAspect="1"/>
          </p:cNvPicPr>
          <p:nvPr/>
        </p:nvPicPr>
        <p:blipFill>
          <a:blip r:embed="rId2">
            <a:alphaModFix amt="28000"/>
          </a:blip>
          <a:stretch>
            <a:fillRect/>
          </a:stretch>
        </p:blipFill>
        <p:spPr>
          <a:xfrm>
            <a:off x="10195560" y="5266944"/>
            <a:ext cx="1417320" cy="129844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83480" y="65836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7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GUIDE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4754880" y="960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63E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目錄</a:t>
            </a:r>
            <a:endParaRPr lang="en-US" sz="3100" dirty="0"/>
          </a:p>
        </p:txBody>
      </p:sp>
      <p:sp>
        <p:nvSpPr>
          <p:cNvPr id="7" name="Text 3"/>
          <p:cNvSpPr/>
          <p:nvPr/>
        </p:nvSpPr>
        <p:spPr>
          <a:xfrm>
            <a:off x="5074920" y="1444752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CONTENTS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2761488" y="193852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63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01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3886200" y="1883664"/>
            <a:ext cx="2907792" cy="347472"/>
          </a:xfrm>
          <a:prstGeom prst="roundRect">
            <a:avLst>
              <a:gd name="adj" fmla="val 21053"/>
            </a:avLst>
          </a:prstGeom>
          <a:solidFill>
            <a:srgbClr val="EEF4E9"/>
          </a:solidFill>
          <a:ln w="12700">
            <a:solidFill>
              <a:srgbClr val="DDEBDD">
                <a:alpha val="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096512" y="1965960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7A6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先選對任務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7086600" y="1965960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180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先從一個小任務開始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2761488" y="2688336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63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02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886200" y="2633472"/>
            <a:ext cx="2907792" cy="347472"/>
          </a:xfrm>
          <a:prstGeom prst="roundRect">
            <a:avLst>
              <a:gd name="adj" fmla="val 21053"/>
            </a:avLst>
          </a:prstGeom>
          <a:solidFill>
            <a:srgbClr val="DDEBDD"/>
          </a:solidFill>
          <a:ln w="12700">
            <a:solidFill>
              <a:srgbClr val="DDEBDD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096512" y="2715768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7A6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研究與準備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086600" y="2715768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180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整理材料與目標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2761488" y="3438144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63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03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886200" y="3383280"/>
            <a:ext cx="2907792" cy="347472"/>
          </a:xfrm>
          <a:prstGeom prst="roundRect">
            <a:avLst>
              <a:gd name="adj" fmla="val 21053"/>
            </a:avLst>
          </a:prstGeom>
          <a:solidFill>
            <a:srgbClr val="EEF4E9"/>
          </a:solidFill>
          <a:ln w="12700">
            <a:solidFill>
              <a:srgbClr val="DDEBDD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096512" y="3465576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7A6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試做與修正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7086600" y="3465576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180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比較結果再調整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2761488" y="418795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63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04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3886200" y="4133088"/>
            <a:ext cx="2907792" cy="347472"/>
          </a:xfrm>
          <a:prstGeom prst="roundRect">
            <a:avLst>
              <a:gd name="adj" fmla="val 21053"/>
            </a:avLst>
          </a:prstGeom>
          <a:solidFill>
            <a:srgbClr val="DDEBDD"/>
          </a:solidFill>
          <a:ln w="12700">
            <a:solidFill>
              <a:srgbClr val="DDEBDD">
                <a:alpha val="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096512" y="4215384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7A6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檢查與分享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7086600" y="4215384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180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保留判斷與紀錄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5102352" y="5239512"/>
            <a:ext cx="1920240" cy="0"/>
          </a:xfrm>
          <a:prstGeom prst="line">
            <a:avLst/>
          </a:prstGeom>
          <a:noFill/>
          <a:ln w="12700">
            <a:solidFill>
              <a:srgbClr val="C98D63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794760" y="544068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63E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一頁一個重點，循序完成整套練習。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4572000" y="6080760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AGENT ·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Teaching Agent</dc:creator>
  <cp:lastModifiedBy>Teaching Agent</cp:lastModifiedBy>
  <cp:revision>1</cp:revision>
  <dcterms:created xsi:type="dcterms:W3CDTF">2026-07-20T03:23:08Z</dcterms:created>
  <dcterms:modified xsi:type="dcterms:W3CDTF">2026-07-20T03:23:08Z</dcterms:modified>
</cp:coreProperties>
</file>