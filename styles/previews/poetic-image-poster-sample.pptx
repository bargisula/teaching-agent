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pha\Documents\Teaching-Agent\assets\test\test-warm-boke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D35">
              <a:alpha val="78000"/>
            </a:srgbClr>
          </a:solidFill>
          <a:ln w="12700">
            <a:solidFill>
              <a:srgbClr val="102D3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0" y="804672"/>
            <a:ext cx="5349240" cy="5102352"/>
          </a:xfrm>
          <a:prstGeom prst="rect">
            <a:avLst/>
          </a:prstGeom>
          <a:solidFill>
            <a:srgbClr val="102D35">
              <a:alpha val="0"/>
            </a:srgbClr>
          </a:solidFill>
          <a:ln w="1524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60920" y="914400"/>
            <a:ext cx="685800" cy="685800"/>
          </a:xfrm>
          <a:prstGeom prst="ellipse">
            <a:avLst/>
          </a:prstGeom>
          <a:solidFill>
            <a:srgbClr val="F2A56F">
              <a:alpha val="0"/>
            </a:srgbClr>
          </a:solidFill>
          <a:ln w="12700">
            <a:solidFill>
              <a:srgbClr val="F2A56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10512" y="5166360"/>
            <a:ext cx="201168" cy="20116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57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C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DOCUMENT BASICS /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99232" y="12344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把文件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交給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58368" y="5623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D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先整理，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D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人保留最後的判斷。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0" y="6080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STUDY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Teaching Agent</dc:creator>
  <cp:lastModifiedBy>Teaching Agent</cp:lastModifiedBy>
  <cp:revision>1</cp:revision>
  <dcterms:created xsi:type="dcterms:W3CDTF">2026-07-20T03:04:35Z</dcterms:created>
  <dcterms:modified xsi:type="dcterms:W3CDTF">2026-07-20T03:04:36Z</dcterms:modified>
</cp:coreProperties>
</file>